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ru-RU" alt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ru-RU" alt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55245"/>
            <a:ext cx="9144000" cy="1330960"/>
          </a:xfrm>
        </p:spPr>
        <p:txBody>
          <a:bodyPr>
            <a:normAutofit fontScale="90000"/>
          </a:bodyPr>
          <a:p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Бюджетное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учреждение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профессионального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образования</a:t>
            </a:r>
            <a:b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Ханты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Мансийского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автономного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округа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Югры</a:t>
            </a:r>
            <a:b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" altLang="en-US" sz="2220" b="1">
                <a:latin typeface="Times New Roman" panose="02020603050405020304" charset="0"/>
                <a:cs typeface="Times New Roman" panose="02020603050405020304" charset="0"/>
              </a:rPr>
              <a:t>«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Нижневартовский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социально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гуманитарный</a:t>
            </a:r>
            <a:r>
              <a:rPr lang="en-US" altLang="ru-RU" sz="222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220" b="1">
                <a:latin typeface="Times New Roman" panose="02020603050405020304" charset="0"/>
                <a:cs typeface="Times New Roman" panose="02020603050405020304" charset="0"/>
              </a:rPr>
              <a:t>колледж</a:t>
            </a:r>
            <a:r>
              <a:rPr lang="" altLang="en-US" sz="2220" b="1">
                <a:latin typeface="Times New Roman" panose="02020603050405020304" charset="0"/>
                <a:cs typeface="Times New Roman" panose="02020603050405020304" charset="0"/>
              </a:rPr>
              <a:t>»</a:t>
            </a:r>
            <a:endParaRPr lang="" altLang="en-US" sz="222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02865" y="2651125"/>
            <a:ext cx="6986270" cy="1094740"/>
          </a:xfrm>
        </p:spPr>
        <p:txBody>
          <a:bodyPr/>
          <a:p>
            <a:r>
              <a:rPr lang="en-US" altLang="en-US" sz="4000">
                <a:latin typeface="Times New Roman" panose="02020603050405020304" charset="0"/>
                <a:cs typeface="Times New Roman" panose="02020603050405020304" charset="0"/>
              </a:rPr>
              <a:t>DNS-</a:t>
            </a:r>
            <a:r>
              <a:rPr lang="ru-RU" altLang="en-US" sz="4000">
                <a:latin typeface="Times New Roman" panose="02020603050405020304" charset="0"/>
                <a:cs typeface="Times New Roman" panose="02020603050405020304" charset="0"/>
              </a:rPr>
              <a:t>резолвер</a:t>
            </a:r>
            <a:endParaRPr lang="ru-RU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014335" y="547687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Студент - Гурбанов Заур </a:t>
            </a:r>
            <a:endParaRPr lang="ru-RU" altLang="en-US"/>
          </a:p>
          <a:p>
            <a:r>
              <a:rPr lang="ru-RU" altLang="en-US"/>
              <a:t>Группа - 323СА</a:t>
            </a:r>
            <a:r>
              <a:rPr lang="en-US" altLang="en-US"/>
              <a:t>/</a:t>
            </a:r>
            <a:r>
              <a:rPr lang="ru-RU" altLang="en-US"/>
              <a:t>2</a:t>
            </a:r>
            <a:endParaRPr lang="ru-RU" altLang="en-US"/>
          </a:p>
          <a:p>
            <a:r>
              <a:rPr lang="ru-RU" altLang="en-US"/>
              <a:t>Руководитель - Яковенко Евгений Романович 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Что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такое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DNS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зачем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нужен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?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417955"/>
            <a:ext cx="10972800" cy="4525963"/>
          </a:xfrm>
        </p:spPr>
        <p:txBody>
          <a:bodyPr/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Проблема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как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люди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компьютеры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"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понимают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"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разному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Когда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вы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хотите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позвонить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другу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вы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говорите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"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Позвони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sz="1800">
                <a:latin typeface="Times New Roman" panose="02020603050405020304" charset="0"/>
                <a:cs typeface="Times New Roman" panose="02020603050405020304" charset="0"/>
              </a:rPr>
              <a:t>Магомеду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".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телефону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нужен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номер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"+7 999 123-45-67"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Примерно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так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же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работает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интернет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Люди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запоминают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youtube.com, vk.com, google.com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Компьютеры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понимают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только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142.250.185.78, 87.240.190.78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DNS (Domain Name System)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это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сервер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или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компонент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программного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обеспечения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который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преобразует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доменные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имена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например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google.com)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IP-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используемые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компьютерами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для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коммуникации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Каждый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раз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когда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вы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открываете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сайт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происходит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Браузер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"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Мне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нужен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youtube.com"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DNS-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система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"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Его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142.250.185.78"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Браузер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 "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Открываю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сайт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этому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адресу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"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Функциональность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программы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Что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умеет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мой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DNS-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резолвер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Основная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функция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google.com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142.250.185.78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Поддержка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разных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типов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DNS-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записей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A — IPv4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адреса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AAAA — IPv6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адреса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CNAME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псевдонимы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доменов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MX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почтовые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серверы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NS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серверы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имён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TXT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текстовые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записи</a:t>
            </a:r>
            <a:endParaRPr lang="en-US" altLang="ru-RU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Кэширование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—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ускорение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повторных</a:t>
            </a:r>
            <a:r>
              <a:rPr lang="en-US" altLang="ru-RU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запросов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endParaRPr lang="en-US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08150" y="1509395"/>
            <a:ext cx="8695690" cy="145288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09600" y="3223895"/>
            <a:ext cx="90062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Процесс</a:t>
            </a:r>
            <a:r>
              <a:rPr lang="en-US" altLang="ru-RU" sz="2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r>
              <a:rPr lang="en-US" altLang="ru-RU" sz="2400" b="1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ru-RU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Получить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домен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от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пользователя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Проверить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кэш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если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есть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→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вернуть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результат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Создать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DNS-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запрос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Отправить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на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DNS-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сервер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Получить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и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разобрать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ответ</a:t>
            </a:r>
            <a:endParaRPr lang="en-US" altLang="ru-RU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6.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Сохранить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кэш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7.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Показать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результат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ru-RU"/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Кэширование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—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ключевая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особенность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Проблема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 DNS-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запросы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интернет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медленные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0.3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сек</a:t>
            </a:r>
            <a:endParaRPr lang="en-US" altLang="ru-RU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Решение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Запоминать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результаты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памяти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9775" y="3003550"/>
            <a:ext cx="5018405" cy="248539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382270" y="5734050"/>
            <a:ext cx="5293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Результат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ускорение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в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ru-RU" altLang="en-US" sz="2800">
                <a:latin typeface="Times New Roman" panose="02020603050405020304" charset="0"/>
                <a:cs typeface="Times New Roman" panose="02020603050405020304" charset="0"/>
              </a:rPr>
              <a:t>00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раз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!</a:t>
            </a:r>
            <a:endParaRPr lang="en-US" altLang="ru-RU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9700" y="93345"/>
            <a:ext cx="8875395" cy="697865"/>
          </a:xfrm>
        </p:spPr>
        <p:txBody>
          <a:bodyPr/>
          <a:p>
            <a:pPr algn="ctr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Пример</a:t>
            </a:r>
            <a:r>
              <a:rPr lang="en-US" altLang="ru-RU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работы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6105" y="863600"/>
            <a:ext cx="5210175" cy="215201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925" y="370840"/>
            <a:ext cx="3434715" cy="633095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" y="3208655"/>
            <a:ext cx="5246370" cy="204025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05" y="5441950"/>
            <a:ext cx="5241925" cy="1033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1575" y="2432050"/>
            <a:ext cx="7308850" cy="1143000"/>
          </a:xfrm>
        </p:spPr>
        <p:txBody>
          <a:bodyPr/>
          <a:p>
            <a:pPr algn="ctr"/>
            <a:r>
              <a:rPr lang="ru-RU" altLang="en-US"/>
              <a:t>СПАСИБО ЗА ВНИМАНИЕ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237605" y="3987165"/>
            <a:ext cx="5344795" cy="2139315"/>
          </a:xfrm>
        </p:spPr>
        <p:txBody>
          <a:bodyPr/>
          <a:p>
            <a:pPr marL="0" indent="0">
              <a:buNone/>
            </a:pPr>
            <a:r>
              <a:rPr lang="ru-RU" altLang="en-US"/>
              <a:t>   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WPS Presentation</Application>
  <PresentationFormat>宽屏</PresentationFormat>
  <Paragraphs>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Times New Roman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gurba</dc:creator>
  <cp:lastModifiedBy>gurba</cp:lastModifiedBy>
  <cp:revision>4</cp:revision>
  <dcterms:created xsi:type="dcterms:W3CDTF">2025-07-23T00:59:00Z</dcterms:created>
  <dcterms:modified xsi:type="dcterms:W3CDTF">2025-12-26T22:09:53Z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EC972DEA14074EF6A14CAF0BA44DAFBE_11</vt:lpwstr>
  </property>
</Properties>
</file>